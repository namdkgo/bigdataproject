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21861-8526-585D-03DE-CADDF9EF8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28DAAE-B1F7-F9AF-7586-83D591F48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D1D043-8668-726F-1F87-957304D0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AF6EB-6F8B-D1CA-9027-C918F52F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C5C754-3211-7E63-F116-DBAF652F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58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D2537-FDF1-453A-00A6-AB7A8A51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731FF-D1B4-E28A-0035-C5E78E3C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FD300F-1196-230B-B950-9D5DA831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CA92A9-DE9F-0527-4A10-46D769D2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2B456-623B-839A-1A2B-3B72CE20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92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17709-83EC-F444-70B4-F5774484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E38CF-41EC-C7EA-ABF3-BAB964145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BA195-F31B-1C02-2FA7-19CC64AE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7D00-99E4-8C2D-3BD4-822AB61F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63A5C6-1F95-49C3-1123-A6E98D4B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50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6D364-E357-645C-8F27-FEA5EEFD5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3CAE04-3257-A83C-4EF6-075E240A7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B78C77-6405-7AD9-FFB1-72A951CF7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4CA59E-3BD4-FCD0-FD18-BC8081D0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8521A4-E28C-472A-1FA3-B6FB6DB2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1BAEB1-693C-51AC-579C-9831F0FD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2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EA5D9-C150-A74A-A119-3F4827C6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217F4C-5D5F-27A7-DB06-BA120BC2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6F0132-00A7-3F10-B8F2-D202D819F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A6B2C7-375B-C1F1-39D7-3F125480D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66212C-E963-D002-2DAF-336D27E03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55FB34-6837-642A-0D2A-74306677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F40523-E5A5-7661-433E-A776ACAB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F5FFB7-6DD4-D436-5C8E-BD48A629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5B694-0D8F-8FC9-209B-ADB44BED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A33A55-E061-72C8-9C5A-A259B917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C8C53A-E271-1F08-6D19-4F93683D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CAADAA-FC80-1B27-B4AE-B39BAAB8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89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1B5540-F77D-7D20-40B7-1B3374F7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915BA5-42D2-1ED7-3D23-7FD5A1E2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8331D-951D-28E9-30DB-25D5539A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5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7ED9D-49B1-FE7D-2234-0ED1CCFC7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D344D2-E992-6944-C46A-D7316613C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430E3A-D5F8-355D-C143-5D7F2BF05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2DEFE8-8ECC-2332-56D4-E6A610A3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5AF100-28F8-202C-704B-3C7D91B6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D82251-81F6-9417-E047-DF0F8DA2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94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0CA54-86F3-C566-FFC7-A6512843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924619-6371-7A70-D887-D3E843F6D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36DFFD-389E-1B8C-7FB3-6973B3B4C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33DBE-CA18-3BA4-7564-BE58D5EE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0BCE26-19D9-CC68-90F3-AF4219A9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8724A7-45CE-48B8-94ED-BE4883AC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36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A137B-BE06-798C-EBAA-33286319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763503-ED2E-2CCE-09B9-49F828E3E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3ADCF0-B803-0B3B-1727-0FBF0E64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7E53E-82D6-0DEA-B391-C30014E2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9870C-C377-2B98-1AEB-ED225460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7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AA7C77D-0FE3-8005-4897-F4CFE1C04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CFC691-83BC-D698-23A6-3901040E8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15A83-178A-A870-50FF-AAEA7563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1FD495-F7D9-F34F-8046-C571CC6F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1AFF7-3DD2-899E-70AA-89D7E93D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36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95133-7866-C996-E5F1-B6392DB6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E611CD-A3EB-E17C-DE4F-C8C89DF5C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7D74D-A800-4736-732D-B1D7D050C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8FA53-58D3-44C0-B5DC-E4234B86059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91784-901A-FC5B-C944-6CB18F4B8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B831E-B7EC-FEAA-3ED2-89C61856A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76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dart.fss.or.kr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4CCF7-DCBB-504A-6B1F-169DE23B0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315" y="1128848"/>
            <a:ext cx="10071370" cy="2387600"/>
          </a:xfrm>
        </p:spPr>
        <p:txBody>
          <a:bodyPr anchor="ctr">
            <a:normAutofit/>
          </a:bodyPr>
          <a:lstStyle/>
          <a:p>
            <a:r>
              <a:rPr lang="ko-KR" altLang="en-US" sz="4800"/>
              <a:t>고용구조와 재무성과의 관계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AF5C51-B5F2-F35E-02A1-AA12855A4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US" altLang="ko-KR"/>
              <a:t>202344083 </a:t>
            </a:r>
            <a:r>
              <a:rPr lang="ko-KR" altLang="en-US"/>
              <a:t>남동관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02FDA-2E33-2FC0-6923-17E7EAD867A8}"/>
              </a:ext>
            </a:extLst>
          </p:cNvPr>
          <p:cNvSpPr txBox="1"/>
          <p:nvPr/>
        </p:nvSpPr>
        <p:spPr>
          <a:xfrm>
            <a:off x="1459149" y="3094206"/>
            <a:ext cx="92737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/>
              <a:t>인하공업전문대학 컴퓨터정보과 </a:t>
            </a:r>
            <a:r>
              <a:rPr lang="en-US" altLang="ko-KR"/>
              <a:t>3</a:t>
            </a:r>
            <a:r>
              <a:rPr lang="ko-KR" altLang="en-US"/>
              <a:t>학년 </a:t>
            </a:r>
            <a:r>
              <a:rPr lang="en-US" altLang="ko-KR"/>
              <a:t>2</a:t>
            </a:r>
            <a:r>
              <a:rPr lang="ko-KR" altLang="en-US"/>
              <a:t>학기 빅데이터 프로젝트 계획서</a:t>
            </a:r>
          </a:p>
        </p:txBody>
      </p:sp>
    </p:spTree>
    <p:extLst>
      <p:ext uri="{BB962C8B-B14F-4D97-AF65-F5344CB8AC3E}">
        <p14:creationId xmlns:p14="http://schemas.microsoft.com/office/powerpoint/2010/main" val="258196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940F6-27F2-773F-CE37-D403A840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분석할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52ED7-F237-E3C1-A3CC-E912202C9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/>
              <a:t>기업</a:t>
            </a:r>
            <a:r>
              <a:rPr lang="en-US" altLang="ko-KR" sz="2400"/>
              <a:t>/</a:t>
            </a:r>
            <a:r>
              <a:rPr lang="ko-KR" altLang="en-US" sz="2400"/>
              <a:t>업종별 정규직</a:t>
            </a:r>
            <a:r>
              <a:rPr lang="en-US" altLang="ko-KR" sz="2400"/>
              <a:t>/</a:t>
            </a:r>
            <a:r>
              <a:rPr lang="ko-KR" altLang="en-US" sz="2400"/>
              <a:t>계약직 비율과 재무성과의 관계 분석</a:t>
            </a:r>
            <a:endParaRPr lang="en-US" altLang="ko-KR" sz="2400"/>
          </a:p>
          <a:p>
            <a:pPr>
              <a:lnSpc>
                <a:spcPct val="150000"/>
              </a:lnSpc>
            </a:pPr>
            <a:r>
              <a:rPr lang="ko-KR" altLang="en-US" sz="2400"/>
              <a:t>기업</a:t>
            </a:r>
            <a:r>
              <a:rPr lang="en-US" altLang="ko-KR" sz="2400"/>
              <a:t>/</a:t>
            </a:r>
            <a:r>
              <a:rPr lang="ko-KR" altLang="en-US" sz="2400"/>
              <a:t>업종별 성별 임금 격차와 재무성과의 관계 분석</a:t>
            </a:r>
            <a:endParaRPr lang="en-US" altLang="ko-KR" sz="2400"/>
          </a:p>
          <a:p>
            <a:pPr>
              <a:lnSpc>
                <a:spcPct val="150000"/>
              </a:lnSpc>
            </a:pPr>
            <a:r>
              <a:rPr lang="ko-KR" altLang="en-US" sz="2400"/>
              <a:t>기업</a:t>
            </a:r>
            <a:r>
              <a:rPr lang="en-US" altLang="ko-KR" sz="2400"/>
              <a:t>/</a:t>
            </a:r>
            <a:r>
              <a:rPr lang="ko-KR" altLang="en-US" sz="2400"/>
              <a:t>업종별 평균 임금 증가율과 재무성과의 관계 분석</a:t>
            </a:r>
          </a:p>
        </p:txBody>
      </p:sp>
    </p:spTree>
    <p:extLst>
      <p:ext uri="{BB962C8B-B14F-4D97-AF65-F5344CB8AC3E}">
        <p14:creationId xmlns:p14="http://schemas.microsoft.com/office/powerpoint/2010/main" val="44166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2FEC-6045-5620-D0D5-44512E0E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23440-9043-7181-1D0B-AAF2F65C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사용할 데이터 및 프로젝트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88BBED-0C7D-8A4F-9251-2B9AB0196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/>
              <a:t>DART Open API (</a:t>
            </a:r>
            <a:r>
              <a:rPr lang="en-US" altLang="ko-KR" sz="2400">
                <a:hlinkClick r:id="rId2"/>
              </a:rPr>
              <a:t>https://opendart.fss.or.kr/</a:t>
            </a:r>
            <a:r>
              <a:rPr lang="en-US" altLang="ko-KR" sz="240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/>
              <a:t>1. dart_fss </a:t>
            </a:r>
            <a:r>
              <a:rPr lang="ko-KR" altLang="en-US" sz="2000"/>
              <a:t>라이브러리를 이용하여</a:t>
            </a:r>
            <a:r>
              <a:rPr lang="en-US" altLang="ko-KR" sz="2000"/>
              <a:t> </a:t>
            </a:r>
            <a:r>
              <a:rPr lang="ko-KR" altLang="en-US" sz="2000"/>
              <a:t>코스피 </a:t>
            </a:r>
            <a:r>
              <a:rPr lang="en-US" altLang="ko-KR" sz="2000"/>
              <a:t>200</a:t>
            </a:r>
            <a:r>
              <a:rPr lang="ko-KR" altLang="en-US" sz="2000"/>
              <a:t> 기업들의 직원현황 및 재무정보 수집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2. pandas </a:t>
            </a:r>
            <a:r>
              <a:rPr lang="ko-KR" altLang="en-US" sz="2000"/>
              <a:t>라이브러리를 이용하여 데이터 정제 및 </a:t>
            </a:r>
            <a:r>
              <a:rPr lang="en-US" altLang="ko-KR" sz="2000"/>
              <a:t>csv </a:t>
            </a:r>
            <a:r>
              <a:rPr lang="ko-KR" altLang="en-US" sz="2000"/>
              <a:t>파일로 저장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3. scikit-learn </a:t>
            </a:r>
            <a:r>
              <a:rPr lang="ko-KR" altLang="en-US" sz="2000"/>
              <a:t>라이브러리를 이용하여 머신러닝 기반 회귀 분석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4. matplotlib </a:t>
            </a:r>
            <a:r>
              <a:rPr lang="ko-KR" altLang="en-US" sz="2000"/>
              <a:t>라이브러리를 이용하여 데이터 시각화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202020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BDA0F-3B08-BCB8-809F-D81E4C852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A59B8-4C83-4E89-9DA7-BF979D74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생성형 </a:t>
            </a:r>
            <a:r>
              <a:rPr lang="en-US" altLang="ko-KR"/>
              <a:t>AI </a:t>
            </a:r>
            <a:r>
              <a:rPr lang="ko-KR" altLang="en-US"/>
              <a:t>결과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75C54D-02CB-405E-67F7-3D3C7EBF9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89" y="2023354"/>
            <a:ext cx="5400000" cy="43778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712FDB-9AE1-5A4D-A562-EFE03196F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11" y="2023354"/>
            <a:ext cx="5400000" cy="43638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1594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114</Words>
  <Application>Microsoft Office PowerPoint</Application>
  <PresentationFormat>와이드스크린</PresentationFormat>
  <Paragraphs>14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고용구조와 재무성과의 관계 분석</vt:lpstr>
      <vt:lpstr>1. 분석할 내용</vt:lpstr>
      <vt:lpstr>2. 사용할 데이터 및 프로젝트 범위</vt:lpstr>
      <vt:lpstr>3. 생성형 AI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동관 남</dc:creator>
  <cp:lastModifiedBy>동관 남</cp:lastModifiedBy>
  <cp:revision>1</cp:revision>
  <dcterms:created xsi:type="dcterms:W3CDTF">2025-09-17T10:28:58Z</dcterms:created>
  <dcterms:modified xsi:type="dcterms:W3CDTF">2025-09-17T11:17:56Z</dcterms:modified>
</cp:coreProperties>
</file>